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79" d="100"/>
          <a:sy n="79" d="100"/>
        </p:scale>
        <p:origin x="61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than kumar k.m" userId="c512a8ee44f731ec" providerId="LiveId" clId="{E15BCB79-EC83-4BDA-9989-C493D3C2E575}"/>
    <pc:docChg chg="custSel modSld">
      <pc:chgData name="chethan kumar k.m" userId="c512a8ee44f731ec" providerId="LiveId" clId="{E15BCB79-EC83-4BDA-9989-C493D3C2E575}" dt="2024-05-15T03:42:24.257" v="8" actId="20577"/>
      <pc:docMkLst>
        <pc:docMk/>
      </pc:docMkLst>
      <pc:sldChg chg="modSp mod">
        <pc:chgData name="chethan kumar k.m" userId="c512a8ee44f731ec" providerId="LiveId" clId="{E15BCB79-EC83-4BDA-9989-C493D3C2E575}" dt="2024-05-15T03:42:24.257" v="8" actId="20577"/>
        <pc:sldMkLst>
          <pc:docMk/>
          <pc:sldMk cId="3957961247" sldId="257"/>
        </pc:sldMkLst>
        <pc:spChg chg="mod">
          <ac:chgData name="chethan kumar k.m" userId="c512a8ee44f731ec" providerId="LiveId" clId="{E15BCB79-EC83-4BDA-9989-C493D3C2E575}" dt="2024-05-15T03:42:24.257" v="8" actId="20577"/>
          <ac:spMkLst>
            <pc:docMk/>
            <pc:sldMk cId="3957961247" sldId="257"/>
            <ac:spMk id="3" creationId="{75CA60E8-196B-12A8-84B8-2045B9CFB66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338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58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522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92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43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452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97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34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37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989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027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718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5449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912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126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590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2F907-2F98-4DFB-AEE3-52D65F4BCB84}" type="datetimeFigureOut">
              <a:rPr lang="en-IN" smtClean="0"/>
              <a:t>15-05-2024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1DF0A40-6C97-40E0-8732-0BB025775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54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BE68ACB-23A2-94DD-C468-4F8956422F46}"/>
              </a:ext>
            </a:extLst>
          </p:cNvPr>
          <p:cNvSpPr txBox="1"/>
          <p:nvPr/>
        </p:nvSpPr>
        <p:spPr>
          <a:xfrm>
            <a:off x="3048000" y="2391386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Crud  Operation  Using </a:t>
            </a:r>
          </a:p>
          <a:p>
            <a:r>
              <a:rPr lang="en-US" sz="4000" b="1" i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Spring  Boot  And  React</a:t>
            </a:r>
            <a:endParaRPr lang="en-IN" sz="4000" b="1" i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773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7534-66D7-4CE2-9DDB-92CA2E335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Overview of CRUD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A60E8-196B-12A8-84B8-2045B9CFB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3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CRUD </a:t>
            </a:r>
            <a:r>
              <a:rPr lang="en-IN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2600" i="1" dirty="0"/>
              <a:t>CRUD refers to the fundamental operations Create, Read</a:t>
            </a:r>
            <a:r>
              <a:rPr lang="en-US" sz="2600" i="1"/>
              <a:t>, Update, </a:t>
            </a:r>
            <a:r>
              <a:rPr lang="en-US" sz="2600" i="1" dirty="0"/>
              <a:t>Delete used in database </a:t>
            </a:r>
            <a:r>
              <a:rPr lang="en-US" sz="2400" i="1" dirty="0"/>
              <a:t>applications.</a:t>
            </a:r>
            <a:r>
              <a:rPr lang="en-IN" sz="2400" i="1" dirty="0"/>
              <a:t> </a:t>
            </a:r>
          </a:p>
          <a:p>
            <a:r>
              <a:rPr lang="en-IN" sz="3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Importance of CRUD </a:t>
            </a:r>
            <a:r>
              <a:rPr lang="en-IN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2600" i="1" dirty="0"/>
              <a:t>Understanding ate, CRUD operations is crucial for developers to effectively manage data in </a:t>
            </a:r>
            <a:r>
              <a:rPr lang="en-US" sz="2400" i="1" dirty="0"/>
              <a:t>applications.</a:t>
            </a:r>
          </a:p>
          <a:p>
            <a:r>
              <a:rPr lang="en-IN" sz="3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Common Use Cases </a:t>
            </a:r>
            <a:r>
              <a:rPr lang="en-IN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2600" i="1" dirty="0"/>
              <a:t>CRUD operations are foundational in applications requiring data manipulation, such as your project focusing on user data management.</a:t>
            </a:r>
            <a:endParaRPr lang="en-IN" sz="2600" i="1" dirty="0"/>
          </a:p>
        </p:txBody>
      </p:sp>
    </p:spTree>
    <p:extLst>
      <p:ext uri="{BB962C8B-B14F-4D97-AF65-F5344CB8AC3E}">
        <p14:creationId xmlns:p14="http://schemas.microsoft.com/office/powerpoint/2010/main" val="3957961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6E2E-6D0B-6F76-9B2F-9CF4E36C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Technologies 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585CC-44D8-C6E3-E62C-247EF2F4F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Backend - 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Boot : </a:t>
            </a:r>
            <a:r>
              <a:rPr lang="en-US" sz="2400" i="1" dirty="0"/>
              <a:t>Spring Boot is utilized to build the backend of the application. It simplifies Java application development by providing pre-configured tools and conventions.</a:t>
            </a:r>
          </a:p>
          <a:p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Frontend - React: </a:t>
            </a:r>
            <a:r>
              <a:rPr lang="en-US" sz="2400" i="1" dirty="0"/>
              <a:t>React is employed for constructing the frontend of the application. It's a JavaScript library renowned for its component-based architecture and efficient rendering.</a:t>
            </a: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1034772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A3207-180B-D335-7FB7-910A028D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Integration of Spring Boot and React</a:t>
            </a:r>
            <a:endParaRPr lang="en-IN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1181F-E993-4B9B-D964-CADDB0682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Integration</a:t>
            </a:r>
            <a:r>
              <a:rPr lang="en-IN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</a:t>
            </a:r>
            <a:r>
              <a:rPr lang="en-IN" sz="2400" i="1" dirty="0"/>
              <a:t>Spring Boot backend offers RESTful API endpoints for CRUD operations, consumed by the React frontend.</a:t>
            </a:r>
          </a:p>
          <a:p>
            <a:r>
              <a:rPr lang="en-IN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 Communication : </a:t>
            </a:r>
            <a:r>
              <a:rPr lang="en-IN" sz="2400" i="1" dirty="0"/>
              <a:t>React frontend interacts with the backend API endpoints through asynchronous HTTP requests (</a:t>
            </a:r>
            <a:r>
              <a:rPr lang="en-I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e.g., </a:t>
            </a:r>
            <a:r>
              <a:rPr lang="en-IN" sz="2400" i="1" dirty="0" err="1"/>
              <a:t>Axios</a:t>
            </a:r>
            <a:r>
              <a:rPr lang="en-IN" sz="2400" i="1" dirty="0"/>
              <a:t>, Fetch) to execute CRUD operations.</a:t>
            </a:r>
          </a:p>
        </p:txBody>
      </p:sp>
    </p:spTree>
    <p:extLst>
      <p:ext uri="{BB962C8B-B14F-4D97-AF65-F5344CB8AC3E}">
        <p14:creationId xmlns:p14="http://schemas.microsoft.com/office/powerpoint/2010/main" val="155461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7678-6674-968D-9142-A04EF87DE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Brief Introduction to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F9E4D-DA95-5286-59AF-9266A91F9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Boot : </a:t>
            </a:r>
            <a:r>
              <a:rPr lang="en-US" sz="2400" i="1" dirty="0"/>
              <a:t>Simplifies building and deploying Java-based applications through pre-configured tools and conventions.</a:t>
            </a:r>
          </a:p>
          <a:p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React : </a:t>
            </a:r>
            <a:r>
              <a:rPr lang="en-US" sz="2400" i="1" dirty="0"/>
              <a:t>Known for its component-based architecture and efficient rendering, React enables the creation of dynamic and interactive UI components.</a:t>
            </a: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79395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1ED106-E790-8442-7E25-EFB6AD4B36F7}"/>
              </a:ext>
            </a:extLst>
          </p:cNvPr>
          <p:cNvSpPr txBox="1"/>
          <p:nvPr/>
        </p:nvSpPr>
        <p:spPr>
          <a:xfrm>
            <a:off x="2497669" y="2533135"/>
            <a:ext cx="61129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4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Best  Practices  for  CRUD Operations</a:t>
            </a:r>
          </a:p>
        </p:txBody>
      </p:sp>
    </p:spTree>
    <p:extLst>
      <p:ext uri="{BB962C8B-B14F-4D97-AF65-F5344CB8AC3E}">
        <p14:creationId xmlns:p14="http://schemas.microsoft.com/office/powerpoint/2010/main" val="1644841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3344-7065-4D5A-7FFD-C6957CA7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Data Validation and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2D5D8-7ED9-CC60-68AF-4B4689BA2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Validation : </a:t>
            </a:r>
            <a:r>
              <a:rPr lang="en-US" sz="2400" i="1" dirty="0"/>
              <a:t>Performed in both frontend (React form validation libraries) and backend (Spring Boot validation annotations) to ensure data integrity.</a:t>
            </a:r>
          </a:p>
          <a:p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Error Handling : </a:t>
            </a:r>
            <a:r>
              <a:rPr lang="en-US" sz="2400" i="1" dirty="0"/>
              <a:t>Implemented in frontend and backend to provide informative feedback to users in case of validation errors or server-side exceptions.</a:t>
            </a: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3613247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97424E-5533-9938-3692-3BCBB36ECA4A}"/>
              </a:ext>
            </a:extLst>
          </p:cNvPr>
          <p:cNvSpPr txBox="1"/>
          <p:nvPr/>
        </p:nvSpPr>
        <p:spPr>
          <a:xfrm>
            <a:off x="2650070" y="2939536"/>
            <a:ext cx="611293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Functionalities  Details</a:t>
            </a:r>
          </a:p>
        </p:txBody>
      </p:sp>
    </p:spTree>
    <p:extLst>
      <p:ext uri="{BB962C8B-B14F-4D97-AF65-F5344CB8AC3E}">
        <p14:creationId xmlns:p14="http://schemas.microsoft.com/office/powerpoint/2010/main" val="2923936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D7F4E-3C7B-53E2-674A-3A3E643A0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Functionalities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60A74-1DDC-3AD8-3FD1-1CA5E7B99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Operation : </a:t>
            </a:r>
            <a:r>
              <a:rPr lang="en-US" sz="2400" i="1" dirty="0"/>
              <a:t>Users can add new user data via a form. 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Frontend (React) </a:t>
            </a:r>
            <a:r>
              <a:rPr lang="en-US" sz="2400" i="1" dirty="0"/>
              <a:t>sends a POST request with the new user data to the Spring Boot backend.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Backend (Spring Boot) </a:t>
            </a:r>
            <a:r>
              <a:rPr lang="en-US" sz="2400" i="1" dirty="0"/>
              <a:t>validates and stores the input data in the MySQL database.</a:t>
            </a:r>
            <a:r>
              <a:rPr lang="en-IN" sz="2400" i="1" dirty="0"/>
              <a:t> </a:t>
            </a:r>
          </a:p>
          <a:p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 Operation </a:t>
            </a:r>
            <a:r>
              <a:rPr lang="en-US" sz="2400" i="1" dirty="0"/>
              <a:t>: Users can view existing user data. Frontend (React) sends a GET request to fetch user data from the backend API. Backend (Spring Boot) retrieves user data from MySQL database and sends it back to the frontend.</a:t>
            </a: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1468030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FCF0-5EEC-97A2-D069-DE5A94FD5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Functionalities Implemented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AC184-8D38-07E3-1E21-D44C3DDFF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Update Operation : </a:t>
            </a:r>
            <a:r>
              <a:rPr lang="en-US" sz="2400" i="1" dirty="0"/>
              <a:t>Users can modify existing user data (excluding phone number). Frontend (React) displays editable user data fetched from the backend. Users submit changes, and React sends a PUT request with updated data to the backend API. Backend (Spring Boot) validates and updates the user data in the MySQL database.</a:t>
            </a: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650093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7B7CD-670F-C822-1749-EA6319515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Functionalities Implemented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25787-50C2-DA9F-BD2D-755674AA2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Delete Operation : </a:t>
            </a:r>
            <a:r>
              <a:rPr lang="en-US" sz="2400" i="1" dirty="0"/>
              <a:t>Users can delete user data. Frontend (React) sends a DELETE request with the user's phone number to the backend API. Backend (Spring Boot) validates and deletes the corresponding user data from the MySQL database.</a:t>
            </a: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353733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28E4AA-27C8-0998-4ABD-D08EE6EEDA58}"/>
              </a:ext>
            </a:extLst>
          </p:cNvPr>
          <p:cNvSpPr txBox="1"/>
          <p:nvPr/>
        </p:nvSpPr>
        <p:spPr>
          <a:xfrm>
            <a:off x="3361261" y="2859668"/>
            <a:ext cx="61129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Thank You . </a:t>
            </a:r>
          </a:p>
        </p:txBody>
      </p:sp>
    </p:spTree>
    <p:extLst>
      <p:ext uri="{BB962C8B-B14F-4D97-AF65-F5344CB8AC3E}">
        <p14:creationId xmlns:p14="http://schemas.microsoft.com/office/powerpoint/2010/main" val="422743323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49</TotalTime>
  <Words>502</Words>
  <Application>Microsoft Office PowerPoint</Application>
  <PresentationFormat>Widescreen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Arial</vt:lpstr>
      <vt:lpstr>Century Gothic</vt:lpstr>
      <vt:lpstr>Wingdings 3</vt:lpstr>
      <vt:lpstr>Wisp</vt:lpstr>
      <vt:lpstr>PowerPoint Presentation</vt:lpstr>
      <vt:lpstr>Overview of CRUD Operations</vt:lpstr>
      <vt:lpstr>Technologies Used </vt:lpstr>
      <vt:lpstr> Integration of Spring Boot and React</vt:lpstr>
      <vt:lpstr>Brief Introduction to Technologies</vt:lpstr>
      <vt:lpstr>PowerPoint Presentation</vt:lpstr>
      <vt:lpstr>Data Validation and Error Handling</vt:lpstr>
      <vt:lpstr>PowerPoint Presentation</vt:lpstr>
      <vt:lpstr>Functionalities Implemented</vt:lpstr>
      <vt:lpstr>Functionalities Implemented</vt:lpstr>
      <vt:lpstr>Functionalities Implemented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rameshwarcram@gmail.com</dc:creator>
  <cp:lastModifiedBy>chethan kumar k.m</cp:lastModifiedBy>
  <cp:revision>2</cp:revision>
  <dcterms:created xsi:type="dcterms:W3CDTF">2024-05-13T14:13:14Z</dcterms:created>
  <dcterms:modified xsi:type="dcterms:W3CDTF">2024-05-15T03:42:29Z</dcterms:modified>
</cp:coreProperties>
</file>